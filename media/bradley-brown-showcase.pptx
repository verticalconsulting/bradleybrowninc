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3edc7b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3810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94245" y="1706910"/>
            <a:ext cx="49553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Building Excellence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2094245" y="2430810"/>
            <a:ext cx="495536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3000"/>
              </a:spcAft>
              <a:buNone/>
            </a:pPr>
            <a:r>
              <a:rPr lang="en-US" sz="1800" dirty="0">
                <a:solidFill>
                  <a:srgbClr val="E6F0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Corporate Theme Showcase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094245" y="3131790"/>
            <a:ext cx="4955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BRADLEY BROWN INC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103709"/>
            <a:ext cx="7620000" cy="0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000" y="476250"/>
            <a:ext cx="3895916" cy="46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67"/>
              </a:lnSpc>
              <a:buNone/>
            </a:pPr>
            <a:r>
              <a:rPr lang="en-US" sz="3300" b="1" dirty="0">
                <a:solidFill>
                  <a:srgbClr val="003D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Commitment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408509"/>
            <a:ext cx="3667125" cy="1343025"/>
          </a:xfrm>
          <a:prstGeom prst="roundRect">
            <a:avLst>
              <a:gd name="adj" fmla="val 5674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81050" y="1408509"/>
            <a:ext cx="0" cy="1343025"/>
          </a:xfrm>
          <a:prstGeom prst="line">
            <a:avLst/>
          </a:prstGeom>
          <a:noFill/>
          <a:ln w="38100">
            <a:solidFill>
              <a:srgbClr val="003D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9650" y="1618059"/>
            <a:ext cx="32741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03D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9650" y="1941909"/>
            <a:ext cx="327412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project delivered with architectural precision and attention to detail that defines excellence in construction.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14875" y="1408509"/>
            <a:ext cx="3667125" cy="1343025"/>
          </a:xfrm>
          <a:prstGeom prst="roundRect">
            <a:avLst>
              <a:gd name="adj" fmla="val 5674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33925" y="1408509"/>
            <a:ext cx="0" cy="1343025"/>
          </a:xfrm>
          <a:prstGeom prst="line">
            <a:avLst/>
          </a:prstGeom>
          <a:noFill/>
          <a:ln w="38100">
            <a:solidFill>
              <a:srgbClr val="003D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2525" y="1618059"/>
            <a:ext cx="32741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03D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62525" y="1941909"/>
            <a:ext cx="327412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Building lasting relationships through consistent quality, transparent communication, and on-time delivery.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2000" y="3037284"/>
            <a:ext cx="3667125" cy="1343025"/>
          </a:xfrm>
          <a:prstGeom prst="roundRect">
            <a:avLst>
              <a:gd name="adj" fmla="val 5674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81050" y="3037284"/>
            <a:ext cx="0" cy="1343025"/>
          </a:xfrm>
          <a:prstGeom prst="line">
            <a:avLst/>
          </a:prstGeom>
          <a:noFill/>
          <a:ln w="38100">
            <a:solidFill>
              <a:srgbClr val="003D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9650" y="3246834"/>
            <a:ext cx="32741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03D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Innovation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9650" y="3570684"/>
            <a:ext cx="327412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Embracing modern construction techniques and sustainable practices to build the structures of tomorrow.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14875" y="3037284"/>
            <a:ext cx="3667125" cy="1343025"/>
          </a:xfrm>
          <a:prstGeom prst="roundRect">
            <a:avLst>
              <a:gd name="adj" fmla="val 5674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33925" y="3037284"/>
            <a:ext cx="0" cy="1343025"/>
          </a:xfrm>
          <a:prstGeom prst="line">
            <a:avLst/>
          </a:prstGeom>
          <a:noFill/>
          <a:ln w="38100">
            <a:solidFill>
              <a:srgbClr val="003D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2525" y="3246834"/>
            <a:ext cx="32741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03D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62525" y="3570684"/>
            <a:ext cx="327412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Founded on trust and professional ethics that ensure every stakeholder's confidence in our work.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3895916" cy="46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67"/>
              </a:lnSpc>
              <a:spcAft>
                <a:spcPts val="3000"/>
              </a:spcAft>
              <a:buNone/>
            </a:pPr>
            <a:r>
              <a:rPr lang="en-US" sz="3300" b="1" dirty="0">
                <a:solidFill>
                  <a:srgbClr val="003D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Services</a:t>
            </a:r>
            <a:endParaRPr lang="en-US" sz="3300" dirty="0"/>
          </a:p>
        </p:txBody>
      </p:sp>
      <p:pic>
        <p:nvPicPr>
          <p:cNvPr id="3" name="Image 0" descr="/tmp/rasterized-gradient-bba2627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322784"/>
            <a:ext cx="7620000" cy="9274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4900" y="1653183"/>
            <a:ext cx="5343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819275" y="1551384"/>
            <a:ext cx="449751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575" b="1" dirty="0">
                <a:solidFill>
                  <a:srgbClr val="003D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 Construction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819275" y="1848445"/>
            <a:ext cx="44975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Full-service construction for office buildings, retail spaces, and industrial facilities</a:t>
            </a:r>
            <a:endParaRPr lang="en-US" sz="975" dirty="0"/>
          </a:p>
        </p:txBody>
      </p:sp>
      <p:pic>
        <p:nvPicPr>
          <p:cNvPr id="7" name="Image 1" descr="/tmp/rasterized-gradient-202ead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59831"/>
            <a:ext cx="7620000" cy="9274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04900" y="2790230"/>
            <a:ext cx="5343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819275" y="2688431"/>
            <a:ext cx="442328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575" b="1" dirty="0">
                <a:solidFill>
                  <a:srgbClr val="003D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Design-Build Solutions</a:t>
            </a:r>
            <a:endParaRPr lang="en-US" sz="1575" dirty="0"/>
          </a:p>
        </p:txBody>
      </p:sp>
      <p:sp>
        <p:nvSpPr>
          <p:cNvPr id="10" name="Text 6"/>
          <p:cNvSpPr/>
          <p:nvPr/>
        </p:nvSpPr>
        <p:spPr>
          <a:xfrm>
            <a:off x="1819275" y="2985492"/>
            <a:ext cx="44232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Integrated approach combining architectural design with construction execution</a:t>
            </a:r>
            <a:endParaRPr lang="en-US" sz="975" dirty="0"/>
          </a:p>
        </p:txBody>
      </p:sp>
      <p:pic>
        <p:nvPicPr>
          <p:cNvPr id="11" name="Image 2" descr="/tmp/rasterized-gradient-ad3cd4b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596878"/>
            <a:ext cx="7620000" cy="92749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04900" y="3927277"/>
            <a:ext cx="5343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819275" y="3825478"/>
            <a:ext cx="443725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575" b="1" dirty="0">
                <a:solidFill>
                  <a:srgbClr val="003D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Management</a:t>
            </a:r>
            <a:endParaRPr lang="en-US" sz="1575" dirty="0"/>
          </a:p>
        </p:txBody>
      </p:sp>
      <p:sp>
        <p:nvSpPr>
          <p:cNvPr id="14" name="Text 9"/>
          <p:cNvSpPr/>
          <p:nvPr/>
        </p:nvSpPr>
        <p:spPr>
          <a:xfrm>
            <a:off x="1819275" y="4122539"/>
            <a:ext cx="44372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oversight ensuring projects stay on schedule and within budget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3895916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spcAft>
                <a:spcPts val="3750"/>
              </a:spcAft>
              <a:buNone/>
            </a:pPr>
            <a:r>
              <a:rPr lang="en-US" sz="3600" b="1" dirty="0">
                <a:solidFill>
                  <a:srgbClr val="003D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the Numbers</a:t>
            </a:r>
            <a:endParaRPr lang="en-US" sz="3600" dirty="0"/>
          </a:p>
        </p:txBody>
      </p:sp>
      <p:pic>
        <p:nvPicPr>
          <p:cNvPr id="3" name="Image 0" descr="/tmp/rasterized-gradient-2f1bad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555700"/>
            <a:ext cx="2349401" cy="1478161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3d82">
                <a:alpha val="20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932816" y="1841450"/>
            <a:ext cx="200776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75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150+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32816" y="2470100"/>
            <a:ext cx="20077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E6F0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PROJECTS</a:t>
            </a:r>
            <a:endParaRPr lang="en-US" sz="1350" dirty="0"/>
          </a:p>
        </p:txBody>
      </p:sp>
      <p:pic>
        <p:nvPicPr>
          <p:cNvPr id="6" name="Image 1" descr="/tmp/rasterized-gradient-d8b227b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151" y="1555700"/>
            <a:ext cx="2349550" cy="1478161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3d82">
                <a:alpha val="20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3567965" y="1841450"/>
            <a:ext cx="200792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75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</a:t>
            </a:r>
            <a:endParaRPr lang="en-US" sz="4200" dirty="0"/>
          </a:p>
        </p:txBody>
      </p:sp>
      <p:sp>
        <p:nvSpPr>
          <p:cNvPr id="8" name="Text 4"/>
          <p:cNvSpPr/>
          <p:nvPr/>
        </p:nvSpPr>
        <p:spPr>
          <a:xfrm>
            <a:off x="3567965" y="2470100"/>
            <a:ext cx="200792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E6F0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YEARS</a:t>
            </a:r>
            <a:endParaRPr lang="en-US" sz="1350" dirty="0"/>
          </a:p>
        </p:txBody>
      </p:sp>
      <p:pic>
        <p:nvPicPr>
          <p:cNvPr id="9" name="Image 2" descr="/tmp/rasterized-gradient-fcead7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450" y="1555700"/>
            <a:ext cx="2349550" cy="1478161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3d82">
                <a:alpha val="20000"/>
              </a:srgbClr>
            </a:outerShdw>
          </a:effectLst>
        </p:spPr>
      </p:pic>
      <p:sp>
        <p:nvSpPr>
          <p:cNvPr id="10" name="Text 5"/>
          <p:cNvSpPr/>
          <p:nvPr/>
        </p:nvSpPr>
        <p:spPr>
          <a:xfrm>
            <a:off x="6203265" y="1841450"/>
            <a:ext cx="200792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75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98%</a:t>
            </a:r>
            <a:endParaRPr lang="en-US" sz="4200" dirty="0"/>
          </a:p>
        </p:txBody>
      </p:sp>
      <p:sp>
        <p:nvSpPr>
          <p:cNvPr id="11" name="Text 6"/>
          <p:cNvSpPr/>
          <p:nvPr/>
        </p:nvSpPr>
        <p:spPr>
          <a:xfrm>
            <a:off x="6203265" y="2470100"/>
            <a:ext cx="200792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E6F0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SATISFACTION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85800" y="3510111"/>
            <a:ext cx="7772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75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Building trust through proven results and unwavering commitment to excellence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d4826d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54704" y="1153716"/>
            <a:ext cx="4634294" cy="550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33"/>
              </a:lnSpc>
              <a:spcAft>
                <a:spcPts val="2250"/>
              </a:spcAft>
              <a:buNone/>
            </a:pPr>
            <a:r>
              <a:rPr lang="en-US" sz="3900" b="1" dirty="0">
                <a:solidFill>
                  <a:srgbClr val="003D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Build Together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2236790" y="1989683"/>
            <a:ext cx="467027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3750"/>
              </a:spcAft>
              <a:buNone/>
            </a:pPr>
            <a:r>
              <a:rPr lang="en-US" sz="18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vision, our expertise, exceptional results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236790" y="2785914"/>
            <a:ext cx="46702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contact@bradleybrown.com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236790" y="3090714"/>
            <a:ext cx="46702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555-0123-4567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236790" y="3738414"/>
            <a:ext cx="467027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3D8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BRADLEY BROWN INC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Theme Showcase</dc:title>
  <dc:subject>Bradley Brown Inc Brand Presentation</dc:subject>
  <dc:creator>Bradley Brown Inc</dc:creator>
  <cp:lastModifiedBy>Bradley Brown Inc</cp:lastModifiedBy>
  <cp:revision>1</cp:revision>
  <dcterms:created xsi:type="dcterms:W3CDTF">2025-12-12T15:39:24Z</dcterms:created>
  <dcterms:modified xsi:type="dcterms:W3CDTF">2025-12-12T15:39:24Z</dcterms:modified>
</cp:coreProperties>
</file>